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6" r:id="rId6"/>
    <p:sldId id="267" r:id="rId7"/>
    <p:sldId id="268" r:id="rId8"/>
    <p:sldId id="269" r:id="rId9"/>
    <p:sldId id="270" r:id="rId10"/>
    <p:sldId id="264" r:id="rId11"/>
    <p:sldId id="265" r:id="rId12"/>
    <p:sldId id="259" r:id="rId13"/>
    <p:sldId id="261" r:id="rId14"/>
    <p:sldId id="260" r:id="rId15"/>
    <p:sldId id="258" r:id="rId16"/>
    <p:sldId id="271" r:id="rId17"/>
    <p:sldId id="274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CA57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F85D3-FC6C-C67D-9199-B20930F034E8}" v="311" dt="2025-12-09T16:58:50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55" autoAdjust="0"/>
  </p:normalViewPr>
  <p:slideViewPr>
    <p:cSldViewPr snapToGrid="0">
      <p:cViewPr varScale="1">
        <p:scale>
          <a:sx n="79" d="100"/>
          <a:sy n="79" d="100"/>
        </p:scale>
        <p:origin x="835" y="4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osz Petra" userId="S::orosz.petra@blathy.info::aff60914-4c27-4f85-95ff-d0f45daedc70" providerId="AD" clId="Web-{185F85D3-FC6C-C67D-9199-B20930F034E8}"/>
    <pc:docChg chg="addSld delSld modSld sldOrd">
      <pc:chgData name="Orosz Petra" userId="S::orosz.petra@blathy.info::aff60914-4c27-4f85-95ff-d0f45daedc70" providerId="AD" clId="Web-{185F85D3-FC6C-C67D-9199-B20930F034E8}" dt="2025-12-09T16:58:49.829" v="256" actId="20577"/>
      <pc:docMkLst>
        <pc:docMk/>
      </pc:docMkLst>
      <pc:sldChg chg="modSp">
        <pc:chgData name="Orosz Petra" userId="S::orosz.petra@blathy.info::aff60914-4c27-4f85-95ff-d0f45daedc70" providerId="AD" clId="Web-{185F85D3-FC6C-C67D-9199-B20930F034E8}" dt="2025-12-09T13:22:15.536" v="50" actId="20577"/>
        <pc:sldMkLst>
          <pc:docMk/>
          <pc:sldMk cId="961843" sldId="256"/>
        </pc:sldMkLst>
        <pc:spChg chg="mod">
          <ac:chgData name="Orosz Petra" userId="S::orosz.petra@blathy.info::aff60914-4c27-4f85-95ff-d0f45daedc70" providerId="AD" clId="Web-{185F85D3-FC6C-C67D-9199-B20930F034E8}" dt="2025-12-09T13:21:57.753" v="37" actId="20577"/>
          <ac:spMkLst>
            <pc:docMk/>
            <pc:sldMk cId="961843" sldId="256"/>
            <ac:spMk id="2" creationId="{8810982B-3970-B3C9-87F5-8E623F599298}"/>
          </ac:spMkLst>
        </pc:spChg>
        <pc:spChg chg="mod">
          <ac:chgData name="Orosz Petra" userId="S::orosz.petra@blathy.info::aff60914-4c27-4f85-95ff-d0f45daedc70" providerId="AD" clId="Web-{185F85D3-FC6C-C67D-9199-B20930F034E8}" dt="2025-12-09T13:22:15.536" v="50" actId="20577"/>
          <ac:spMkLst>
            <pc:docMk/>
            <pc:sldMk cId="961843" sldId="256"/>
            <ac:spMk id="3" creationId="{BDB72E92-1AC7-19AB-CE8A-7C634A8EE31A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3:21:41.752" v="19" actId="20577"/>
        <pc:sldMkLst>
          <pc:docMk/>
          <pc:sldMk cId="1987931431" sldId="257"/>
        </pc:sldMkLst>
        <pc:spChg chg="mod">
          <ac:chgData name="Orosz Petra" userId="S::orosz.petra@blathy.info::aff60914-4c27-4f85-95ff-d0f45daedc70" providerId="AD" clId="Web-{185F85D3-FC6C-C67D-9199-B20930F034E8}" dt="2025-12-09T13:21:25.047" v="14" actId="20577"/>
          <ac:spMkLst>
            <pc:docMk/>
            <pc:sldMk cId="1987931431" sldId="257"/>
            <ac:spMk id="2" creationId="{D8CFC911-4369-8917-4FAA-749F457CDDEF}"/>
          </ac:spMkLst>
        </pc:spChg>
        <pc:spChg chg="mod">
          <ac:chgData name="Orosz Petra" userId="S::orosz.petra@blathy.info::aff60914-4c27-4f85-95ff-d0f45daedc70" providerId="AD" clId="Web-{185F85D3-FC6C-C67D-9199-B20930F034E8}" dt="2025-12-09T13:21:41.752" v="19" actId="20577"/>
          <ac:spMkLst>
            <pc:docMk/>
            <pc:sldMk cId="1987931431" sldId="257"/>
            <ac:spMk id="3" creationId="{895BDB6E-33B0-2444-5EEC-3C57C7F887B8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6:48:41.305" v="177" actId="20577"/>
        <pc:sldMkLst>
          <pc:docMk/>
          <pc:sldMk cId="1683015037" sldId="258"/>
        </pc:sldMkLst>
        <pc:spChg chg="mod">
          <ac:chgData name="Orosz Petra" userId="S::orosz.petra@blathy.info::aff60914-4c27-4f85-95ff-d0f45daedc70" providerId="AD" clId="Web-{185F85D3-FC6C-C67D-9199-B20930F034E8}" dt="2025-12-09T16:48:17.476" v="170" actId="20577"/>
          <ac:spMkLst>
            <pc:docMk/>
            <pc:sldMk cId="1683015037" sldId="258"/>
            <ac:spMk id="2" creationId="{2FA12FBA-4B51-E8C0-E1A4-E3307CBC90BD}"/>
          </ac:spMkLst>
        </pc:spChg>
        <pc:spChg chg="mod">
          <ac:chgData name="Orosz Petra" userId="S::orosz.petra@blathy.info::aff60914-4c27-4f85-95ff-d0f45daedc70" providerId="AD" clId="Web-{185F85D3-FC6C-C67D-9199-B20930F034E8}" dt="2025-12-09T16:48:41.305" v="177" actId="20577"/>
          <ac:spMkLst>
            <pc:docMk/>
            <pc:sldMk cId="1683015037" sldId="258"/>
            <ac:spMk id="3" creationId="{14A4D15F-D0E0-7FF3-3137-AB5EE667D7A6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6:44:26.750" v="123" actId="20577"/>
        <pc:sldMkLst>
          <pc:docMk/>
          <pc:sldMk cId="1018833989" sldId="259"/>
        </pc:sldMkLst>
        <pc:spChg chg="mod">
          <ac:chgData name="Orosz Petra" userId="S::orosz.petra@blathy.info::aff60914-4c27-4f85-95ff-d0f45daedc70" providerId="AD" clId="Web-{185F85D3-FC6C-C67D-9199-B20930F034E8}" dt="2025-12-09T16:44:12.625" v="116" actId="20577"/>
          <ac:spMkLst>
            <pc:docMk/>
            <pc:sldMk cId="1018833989" sldId="259"/>
            <ac:spMk id="2" creationId="{9673DCA4-268D-18D1-7D90-38D9F547EFA5}"/>
          </ac:spMkLst>
        </pc:spChg>
        <pc:spChg chg="mod">
          <ac:chgData name="Orosz Petra" userId="S::orosz.petra@blathy.info::aff60914-4c27-4f85-95ff-d0f45daedc70" providerId="AD" clId="Web-{185F85D3-FC6C-C67D-9199-B20930F034E8}" dt="2025-12-09T16:44:26.750" v="123" actId="20577"/>
          <ac:spMkLst>
            <pc:docMk/>
            <pc:sldMk cId="1018833989" sldId="259"/>
            <ac:spMk id="3" creationId="{CE51D224-09D0-2F33-4016-2783BA638FBF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6:56:17.491" v="243" actId="20577"/>
        <pc:sldMkLst>
          <pc:docMk/>
          <pc:sldMk cId="3666488648" sldId="260"/>
        </pc:sldMkLst>
        <pc:spChg chg="mod">
          <ac:chgData name="Orosz Petra" userId="S::orosz.petra@blathy.info::aff60914-4c27-4f85-95ff-d0f45daedc70" providerId="AD" clId="Web-{185F85D3-FC6C-C67D-9199-B20930F034E8}" dt="2025-12-09T16:46:38.817" v="152" actId="20577"/>
          <ac:spMkLst>
            <pc:docMk/>
            <pc:sldMk cId="3666488648" sldId="260"/>
            <ac:spMk id="2" creationId="{70F13FC1-99ED-E604-BC36-13FC48120B07}"/>
          </ac:spMkLst>
        </pc:spChg>
        <pc:spChg chg="mod">
          <ac:chgData name="Orosz Petra" userId="S::orosz.petra@blathy.info::aff60914-4c27-4f85-95ff-d0f45daedc70" providerId="AD" clId="Web-{185F85D3-FC6C-C67D-9199-B20930F034E8}" dt="2025-12-09T16:56:17.491" v="243" actId="20577"/>
          <ac:spMkLst>
            <pc:docMk/>
            <pc:sldMk cId="3666488648" sldId="260"/>
            <ac:spMk id="3" creationId="{265C75DE-6D25-8591-32A5-573C1BE57C6F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6:46:31.051" v="151" actId="20577"/>
        <pc:sldMkLst>
          <pc:docMk/>
          <pc:sldMk cId="1188104187" sldId="261"/>
        </pc:sldMkLst>
        <pc:spChg chg="mod">
          <ac:chgData name="Orosz Petra" userId="S::orosz.petra@blathy.info::aff60914-4c27-4f85-95ff-d0f45daedc70" providerId="AD" clId="Web-{185F85D3-FC6C-C67D-9199-B20930F034E8}" dt="2025-12-09T16:44:34.047" v="124" actId="20577"/>
          <ac:spMkLst>
            <pc:docMk/>
            <pc:sldMk cId="1188104187" sldId="261"/>
            <ac:spMk id="2" creationId="{0B87AA45-017F-2EAB-F568-ECEAE85D4B17}"/>
          </ac:spMkLst>
        </pc:spChg>
        <pc:spChg chg="mod">
          <ac:chgData name="Orosz Petra" userId="S::orosz.petra@blathy.info::aff60914-4c27-4f85-95ff-d0f45daedc70" providerId="AD" clId="Web-{185F85D3-FC6C-C67D-9199-B20930F034E8}" dt="2025-12-09T16:46:31.051" v="151" actId="20577"/>
          <ac:spMkLst>
            <pc:docMk/>
            <pc:sldMk cId="1188104187" sldId="261"/>
            <ac:spMk id="3" creationId="{575CF8BE-7506-4032-CD76-4E20F5D30086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3:22:46.179" v="57" actId="20577"/>
        <pc:sldMkLst>
          <pc:docMk/>
          <pc:sldMk cId="2361178520" sldId="262"/>
        </pc:sldMkLst>
        <pc:spChg chg="mod">
          <ac:chgData name="Orosz Petra" userId="S::orosz.petra@blathy.info::aff60914-4c27-4f85-95ff-d0f45daedc70" providerId="AD" clId="Web-{185F85D3-FC6C-C67D-9199-B20930F034E8}" dt="2025-12-09T13:22:27.443" v="51" actId="20577"/>
          <ac:spMkLst>
            <pc:docMk/>
            <pc:sldMk cId="2361178520" sldId="262"/>
            <ac:spMk id="2" creationId="{A7558427-CB57-4159-1C56-5214ACF3D72B}"/>
          </ac:spMkLst>
        </pc:spChg>
        <pc:spChg chg="mod">
          <ac:chgData name="Orosz Petra" userId="S::orosz.petra@blathy.info::aff60914-4c27-4f85-95ff-d0f45daedc70" providerId="AD" clId="Web-{185F85D3-FC6C-C67D-9199-B20930F034E8}" dt="2025-12-09T13:22:46.179" v="57" actId="20577"/>
          <ac:spMkLst>
            <pc:docMk/>
            <pc:sldMk cId="2361178520" sldId="262"/>
            <ac:spMk id="3" creationId="{33DA0D8F-A204-7780-D333-B48CBDB0269E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3:23:11.822" v="65" actId="20577"/>
        <pc:sldMkLst>
          <pc:docMk/>
          <pc:sldMk cId="879522734" sldId="263"/>
        </pc:sldMkLst>
        <pc:spChg chg="mod">
          <ac:chgData name="Orosz Petra" userId="S::orosz.petra@blathy.info::aff60914-4c27-4f85-95ff-d0f45daedc70" providerId="AD" clId="Web-{185F85D3-FC6C-C67D-9199-B20930F034E8}" dt="2025-12-09T13:22:54.336" v="58" actId="20577"/>
          <ac:spMkLst>
            <pc:docMk/>
            <pc:sldMk cId="879522734" sldId="263"/>
            <ac:spMk id="2" creationId="{DC8E8D84-763E-7885-7E99-F5258B71E409}"/>
          </ac:spMkLst>
        </pc:spChg>
        <pc:spChg chg="mod">
          <ac:chgData name="Orosz Petra" userId="S::orosz.petra@blathy.info::aff60914-4c27-4f85-95ff-d0f45daedc70" providerId="AD" clId="Web-{185F85D3-FC6C-C67D-9199-B20930F034E8}" dt="2025-12-09T13:23:11.822" v="65" actId="20577"/>
          <ac:spMkLst>
            <pc:docMk/>
            <pc:sldMk cId="879522734" sldId="263"/>
            <ac:spMk id="3" creationId="{359C4CD7-77B9-BDB5-CD53-A2FE2B12EA33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6:43:26.935" v="108" actId="20577"/>
        <pc:sldMkLst>
          <pc:docMk/>
          <pc:sldMk cId="3371268291" sldId="264"/>
        </pc:sldMkLst>
        <pc:spChg chg="mod">
          <ac:chgData name="Orosz Petra" userId="S::orosz.petra@blathy.info::aff60914-4c27-4f85-95ff-d0f45daedc70" providerId="AD" clId="Web-{185F85D3-FC6C-C67D-9199-B20930F034E8}" dt="2025-12-09T16:43:13.560" v="102" actId="20577"/>
          <ac:spMkLst>
            <pc:docMk/>
            <pc:sldMk cId="3371268291" sldId="264"/>
            <ac:spMk id="2" creationId="{0BAE5859-4B0C-59C7-208E-A9F9E4396BA3}"/>
          </ac:spMkLst>
        </pc:spChg>
        <pc:spChg chg="mod">
          <ac:chgData name="Orosz Petra" userId="S::orosz.petra@blathy.info::aff60914-4c27-4f85-95ff-d0f45daedc70" providerId="AD" clId="Web-{185F85D3-FC6C-C67D-9199-B20930F034E8}" dt="2025-12-09T16:43:26.935" v="108" actId="20577"/>
          <ac:spMkLst>
            <pc:docMk/>
            <pc:sldMk cId="3371268291" sldId="264"/>
            <ac:spMk id="3" creationId="{3E469F0E-5924-CE65-D1E8-214A648921DA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6:44:10.046" v="115" actId="20577"/>
        <pc:sldMkLst>
          <pc:docMk/>
          <pc:sldMk cId="1429115560" sldId="265"/>
        </pc:sldMkLst>
        <pc:spChg chg="mod">
          <ac:chgData name="Orosz Petra" userId="S::orosz.petra@blathy.info::aff60914-4c27-4f85-95ff-d0f45daedc70" providerId="AD" clId="Web-{185F85D3-FC6C-C67D-9199-B20930F034E8}" dt="2025-12-09T16:43:35.014" v="109" actId="20577"/>
          <ac:spMkLst>
            <pc:docMk/>
            <pc:sldMk cId="1429115560" sldId="265"/>
            <ac:spMk id="2" creationId="{A305EA44-D8EC-0E8E-9EFB-1F59B85649EB}"/>
          </ac:spMkLst>
        </pc:spChg>
        <pc:spChg chg="mod">
          <ac:chgData name="Orosz Petra" userId="S::orosz.petra@blathy.info::aff60914-4c27-4f85-95ff-d0f45daedc70" providerId="AD" clId="Web-{185F85D3-FC6C-C67D-9199-B20930F034E8}" dt="2025-12-09T16:44:10.046" v="115" actId="20577"/>
          <ac:spMkLst>
            <pc:docMk/>
            <pc:sldMk cId="1429115560" sldId="265"/>
            <ac:spMk id="3" creationId="{24778628-73B1-50C7-0E01-0AF2D1989B2D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3:23:33.214" v="72" actId="20577"/>
        <pc:sldMkLst>
          <pc:docMk/>
          <pc:sldMk cId="4198406739" sldId="266"/>
        </pc:sldMkLst>
        <pc:spChg chg="mod">
          <ac:chgData name="Orosz Petra" userId="S::orosz.petra@blathy.info::aff60914-4c27-4f85-95ff-d0f45daedc70" providerId="AD" clId="Web-{185F85D3-FC6C-C67D-9199-B20930F034E8}" dt="2025-12-09T13:23:23.151" v="67" actId="20577"/>
          <ac:spMkLst>
            <pc:docMk/>
            <pc:sldMk cId="4198406739" sldId="266"/>
            <ac:spMk id="2" creationId="{E31F8DD9-6073-E981-6BFE-B221AB1959D2}"/>
          </ac:spMkLst>
        </pc:spChg>
        <pc:spChg chg="mod">
          <ac:chgData name="Orosz Petra" userId="S::orosz.petra@blathy.info::aff60914-4c27-4f85-95ff-d0f45daedc70" providerId="AD" clId="Web-{185F85D3-FC6C-C67D-9199-B20930F034E8}" dt="2025-12-09T13:23:33.214" v="72" actId="20577"/>
          <ac:spMkLst>
            <pc:docMk/>
            <pc:sldMk cId="4198406739" sldId="266"/>
            <ac:spMk id="3" creationId="{52A5F379-DB86-2664-FAD5-972A460485F1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3:23:55.466" v="80" actId="20577"/>
        <pc:sldMkLst>
          <pc:docMk/>
          <pc:sldMk cId="2789133173" sldId="267"/>
        </pc:sldMkLst>
        <pc:spChg chg="mod">
          <ac:chgData name="Orosz Petra" userId="S::orosz.petra@blathy.info::aff60914-4c27-4f85-95ff-d0f45daedc70" providerId="AD" clId="Web-{185F85D3-FC6C-C67D-9199-B20930F034E8}" dt="2025-12-09T13:23:40.808" v="73" actId="20577"/>
          <ac:spMkLst>
            <pc:docMk/>
            <pc:sldMk cId="2789133173" sldId="267"/>
            <ac:spMk id="2" creationId="{92CA8E02-4079-81B5-96C5-45C9AFA0429E}"/>
          </ac:spMkLst>
        </pc:spChg>
        <pc:spChg chg="mod">
          <ac:chgData name="Orosz Petra" userId="S::orosz.petra@blathy.info::aff60914-4c27-4f85-95ff-d0f45daedc70" providerId="AD" clId="Web-{185F85D3-FC6C-C67D-9199-B20930F034E8}" dt="2025-12-09T13:23:55.466" v="80" actId="20577"/>
          <ac:spMkLst>
            <pc:docMk/>
            <pc:sldMk cId="2789133173" sldId="267"/>
            <ac:spMk id="3" creationId="{21986255-40A4-7DFD-DA57-2B393C4111B4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6:42:05.759" v="87" actId="20577"/>
        <pc:sldMkLst>
          <pc:docMk/>
          <pc:sldMk cId="1747573082" sldId="268"/>
        </pc:sldMkLst>
        <pc:spChg chg="mod">
          <ac:chgData name="Orosz Petra" userId="S::orosz.petra@blathy.info::aff60914-4c27-4f85-95ff-d0f45daedc70" providerId="AD" clId="Web-{185F85D3-FC6C-C67D-9199-B20930F034E8}" dt="2025-12-09T16:41:48.384" v="81" actId="20577"/>
          <ac:spMkLst>
            <pc:docMk/>
            <pc:sldMk cId="1747573082" sldId="268"/>
            <ac:spMk id="2" creationId="{CEDE8371-25A0-48DC-0018-6C2EDF86FA1F}"/>
          </ac:spMkLst>
        </pc:spChg>
        <pc:spChg chg="mod">
          <ac:chgData name="Orosz Petra" userId="S::orosz.petra@blathy.info::aff60914-4c27-4f85-95ff-d0f45daedc70" providerId="AD" clId="Web-{185F85D3-FC6C-C67D-9199-B20930F034E8}" dt="2025-12-09T16:42:05.759" v="87" actId="20577"/>
          <ac:spMkLst>
            <pc:docMk/>
            <pc:sldMk cId="1747573082" sldId="268"/>
            <ac:spMk id="3" creationId="{7EC8323B-AE37-2725-D03B-6EF067987B31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6:55:09.751" v="204" actId="20577"/>
        <pc:sldMkLst>
          <pc:docMk/>
          <pc:sldMk cId="1112086494" sldId="269"/>
        </pc:sldMkLst>
        <pc:spChg chg="mod">
          <ac:chgData name="Orosz Petra" userId="S::orosz.petra@blathy.info::aff60914-4c27-4f85-95ff-d0f45daedc70" providerId="AD" clId="Web-{185F85D3-FC6C-C67D-9199-B20930F034E8}" dt="2025-12-09T16:42:16.854" v="88" actId="20577"/>
          <ac:spMkLst>
            <pc:docMk/>
            <pc:sldMk cId="1112086494" sldId="269"/>
            <ac:spMk id="2" creationId="{4E5DF61D-D8A6-28B8-6E06-82BB8E5316A0}"/>
          </ac:spMkLst>
        </pc:spChg>
        <pc:spChg chg="mod">
          <ac:chgData name="Orosz Petra" userId="S::orosz.petra@blathy.info::aff60914-4c27-4f85-95ff-d0f45daedc70" providerId="AD" clId="Web-{185F85D3-FC6C-C67D-9199-B20930F034E8}" dt="2025-12-09T16:55:09.751" v="204" actId="20577"/>
          <ac:spMkLst>
            <pc:docMk/>
            <pc:sldMk cId="1112086494" sldId="269"/>
            <ac:spMk id="3" creationId="{D3A4C275-7467-84F2-1C82-D300880BC056}"/>
          </ac:spMkLst>
        </pc:spChg>
      </pc:sldChg>
      <pc:sldChg chg="modSp new">
        <pc:chgData name="Orosz Petra" userId="S::orosz.petra@blathy.info::aff60914-4c27-4f85-95ff-d0f45daedc70" providerId="AD" clId="Web-{185F85D3-FC6C-C67D-9199-B20930F034E8}" dt="2025-12-09T16:42:53.012" v="101" actId="20577"/>
        <pc:sldMkLst>
          <pc:docMk/>
          <pc:sldMk cId="3363111095" sldId="270"/>
        </pc:sldMkLst>
        <pc:spChg chg="mod">
          <ac:chgData name="Orosz Petra" userId="S::orosz.petra@blathy.info::aff60914-4c27-4f85-95ff-d0f45daedc70" providerId="AD" clId="Web-{185F85D3-FC6C-C67D-9199-B20930F034E8}" dt="2025-12-09T16:42:39.746" v="95" actId="20577"/>
          <ac:spMkLst>
            <pc:docMk/>
            <pc:sldMk cId="3363111095" sldId="270"/>
            <ac:spMk id="2" creationId="{ED3305AD-D22B-812E-DD9C-03DEEA4FFB10}"/>
          </ac:spMkLst>
        </pc:spChg>
        <pc:spChg chg="mod">
          <ac:chgData name="Orosz Petra" userId="S::orosz.petra@blathy.info::aff60914-4c27-4f85-95ff-d0f45daedc70" providerId="AD" clId="Web-{185F85D3-FC6C-C67D-9199-B20930F034E8}" dt="2025-12-09T16:42:53.012" v="101" actId="20577"/>
          <ac:spMkLst>
            <pc:docMk/>
            <pc:sldMk cId="3363111095" sldId="270"/>
            <ac:spMk id="3" creationId="{4C36A2B4-A57D-3B56-8A5D-1C56F1A9E5ED}"/>
          </ac:spMkLst>
        </pc:spChg>
      </pc:sldChg>
      <pc:sldChg chg="modSp new ord">
        <pc:chgData name="Orosz Petra" userId="S::orosz.petra@blathy.info::aff60914-4c27-4f85-95ff-d0f45daedc70" providerId="AD" clId="Web-{185F85D3-FC6C-C67D-9199-B20930F034E8}" dt="2025-12-09T16:56:48.119" v="246" actId="20577"/>
        <pc:sldMkLst>
          <pc:docMk/>
          <pc:sldMk cId="2713532319" sldId="271"/>
        </pc:sldMkLst>
        <pc:spChg chg="mod">
          <ac:chgData name="Orosz Petra" userId="S::orosz.petra@blathy.info::aff60914-4c27-4f85-95ff-d0f45daedc70" providerId="AD" clId="Web-{185F85D3-FC6C-C67D-9199-B20930F034E8}" dt="2025-12-09T16:49:10.947" v="180" actId="20577"/>
          <ac:spMkLst>
            <pc:docMk/>
            <pc:sldMk cId="2713532319" sldId="271"/>
            <ac:spMk id="2" creationId="{CCC2E04C-FDBC-8746-D245-73A6D9ACD87F}"/>
          </ac:spMkLst>
        </pc:spChg>
        <pc:spChg chg="mod">
          <ac:chgData name="Orosz Petra" userId="S::orosz.petra@blathy.info::aff60914-4c27-4f85-95ff-d0f45daedc70" providerId="AD" clId="Web-{185F85D3-FC6C-C67D-9199-B20930F034E8}" dt="2025-12-09T16:56:48.119" v="246" actId="20577"/>
          <ac:spMkLst>
            <pc:docMk/>
            <pc:sldMk cId="2713532319" sldId="271"/>
            <ac:spMk id="3" creationId="{9A1422D0-8C19-E358-3065-8A4C66A3442D}"/>
          </ac:spMkLst>
        </pc:spChg>
      </pc:sldChg>
      <pc:sldChg chg="new del">
        <pc:chgData name="Orosz Petra" userId="S::orosz.petra@blathy.info::aff60914-4c27-4f85-95ff-d0f45daedc70" providerId="AD" clId="Web-{185F85D3-FC6C-C67D-9199-B20930F034E8}" dt="2025-12-09T16:51:07.341" v="198"/>
        <pc:sldMkLst>
          <pc:docMk/>
          <pc:sldMk cId="2621813394" sldId="272"/>
        </pc:sldMkLst>
      </pc:sldChg>
      <pc:sldChg chg="new del">
        <pc:chgData name="Orosz Petra" userId="S::orosz.petra@blathy.info::aff60914-4c27-4f85-95ff-d0f45daedc70" providerId="AD" clId="Web-{185F85D3-FC6C-C67D-9199-B20930F034E8}" dt="2025-12-09T16:51:02.465" v="197"/>
        <pc:sldMkLst>
          <pc:docMk/>
          <pc:sldMk cId="933177269" sldId="273"/>
        </pc:sldMkLst>
      </pc:sldChg>
      <pc:sldChg chg="modSp new">
        <pc:chgData name="Orosz Petra" userId="S::orosz.petra@blathy.info::aff60914-4c27-4f85-95ff-d0f45daedc70" providerId="AD" clId="Web-{185F85D3-FC6C-C67D-9199-B20930F034E8}" dt="2025-12-09T16:58:49.829" v="256" actId="20577"/>
        <pc:sldMkLst>
          <pc:docMk/>
          <pc:sldMk cId="2361356107" sldId="274"/>
        </pc:sldMkLst>
        <pc:spChg chg="mod">
          <ac:chgData name="Orosz Petra" userId="S::orosz.petra@blathy.info::aff60914-4c27-4f85-95ff-d0f45daedc70" providerId="AD" clId="Web-{185F85D3-FC6C-C67D-9199-B20930F034E8}" dt="2025-12-09T16:50:05.964" v="190" actId="20577"/>
          <ac:spMkLst>
            <pc:docMk/>
            <pc:sldMk cId="2361356107" sldId="274"/>
            <ac:spMk id="2" creationId="{E00E81D1-BF70-4C9A-50FA-C34A61E38371}"/>
          </ac:spMkLst>
        </pc:spChg>
        <pc:spChg chg="mod">
          <ac:chgData name="Orosz Petra" userId="S::orosz.petra@blathy.info::aff60914-4c27-4f85-95ff-d0f45daedc70" providerId="AD" clId="Web-{185F85D3-FC6C-C67D-9199-B20930F034E8}" dt="2025-12-09T16:58:49.829" v="256" actId="20577"/>
          <ac:spMkLst>
            <pc:docMk/>
            <pc:sldMk cId="2361356107" sldId="274"/>
            <ac:spMk id="3" creationId="{9FEF4958-D95B-55B6-226E-D9D397E3E7C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5222D2BE-9307-AADC-F193-F63FF957E922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B749D3D-8396-6718-02AB-A6E6E93CF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ADFA93D-7E4B-4245-D18B-557842EBC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8DD2612-14FB-3F99-9E7A-88B3B483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47AA957-12B4-B419-CB3B-DA4DFE73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8C999A6-4002-99D8-7419-3168D1D8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198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721A3E-DADF-A89D-9D57-99772824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D6194A-FDBF-5533-8C7C-D3DF456DB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5181930-F65B-3D0C-A18E-26936D5B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ECB52CE-624A-A243-9624-1C29D0B8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D3882E4-02F7-F93C-CB31-4D0218A9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64A1BB14-D1C9-9452-BCBD-DE9CA466662D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2300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B7710A-28AF-F902-9338-E429B467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52B1681-8A9B-7123-EFC9-7D9E352E8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5C74B86-67E8-2E8D-41B9-E6B6D170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2C21557-D283-00AF-7AD8-A2A8E283F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E7B705D-D1FF-4508-034D-4C1E524C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7757CD8E-4B87-8D33-A909-D9195D233DEE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5405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022051-FAD4-D8F0-0972-46D23BF6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7B7C7E-E317-E189-1F6B-5A6110592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70BA991-86D5-C0FC-C581-1AB4EAE67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B395C14-2F13-233A-5512-15A4C64BE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0920D7C-7E36-CBF8-5989-6927CDF20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9D86C93-DF8E-BDB5-7078-2C83BE5D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4CCED13D-CED5-3AAA-BF28-F6709016FE50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3359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AEB469-E4C1-1A6E-42A6-D38420A59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79EC24D-9FD4-1C5D-3893-93C74F93E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0D45A21-B404-C6A0-DDA8-899502AE0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84B5974-9220-58F4-ABDC-5464D6EAF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EC80EDA-640C-6E16-76D2-7C28A578A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457BCD2-431D-0EBA-69AC-A900697B8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7F3AF8C-F2FF-A221-F352-9E8EA0FE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43114A6-EC49-7994-43B9-206B37DF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10BDE2EF-236A-AF7D-3E69-8EC22969E11B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33167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6B29FA-0723-1921-231A-50265AA4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F14DC09-8FC5-FA48-EA76-FBAF4858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6FE1053-9D9C-854E-DEF1-00E8C0A7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1C46F61-C91F-7704-9450-83E06089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54450264-1A50-21D8-0116-1064F239FCBC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97094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6D5A439-D42B-A2AB-E50C-8D8B0468F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94AF5E0-0269-4C27-61CD-3D5E3D34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FF6527E-A03E-2FBC-74A5-8AA9CFCF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78643B2C-91F7-1959-1AE4-39E7A5D9AACD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8323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A679E1-D2B7-00F5-F8E4-5D9C7B44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D95CAF4-DA71-85BB-3EF3-A3DF01623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4A81BB5-C083-3EC7-BBE6-83BEC3C26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E76AF74-EC1E-94C9-D1A0-0112BCCD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7FA7D36-7CA1-1F24-6249-FBF9C6EA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67D2142-4345-2329-E11C-A5C6DF39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86146027-9148-6C24-6414-9E4A7A45E30C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35508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7ABEE5-4A00-6EF3-1DDE-951A2A32F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3840B68-55E2-BE1A-7A5B-6C600A193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561B67C-0E38-F01D-51A3-9B2FF4A37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C419A2D-EBF0-70A0-23CA-C3791183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588C784-46A0-61F3-2D88-E9E91C5D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D50D506-EE0F-886D-DC32-23ABA6B5C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99945BB3-B476-86B9-EC17-498C60E7967A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9253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227282-78A0-90D4-17D9-2C4B11E1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5980DDC-A504-F322-8247-70D6B4D54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93A0913-39B9-DED0-75A5-DC643619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A00192B-54E3-822A-C2A1-415C5FD4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58771FA-BD90-5BF6-AC9C-9D652B32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484A8073-C1C4-47DA-B33B-7F51B101AD0E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8947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CFB30F9-8CA7-8209-0F36-65A10F84F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1184021-5920-CEFB-7BF7-E9BA61A30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A0659ED-28B1-1A53-8D49-E799E653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BF50284-B770-293F-1A98-FFC40D620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06A95AE-5A63-DA07-21C1-78B67B86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65F003F5-9D4E-C5DE-6876-4493648C3133}"/>
              </a:ext>
            </a:extLst>
          </p:cNvPr>
          <p:cNvSpPr/>
          <p:nvPr userDrawn="1"/>
        </p:nvSpPr>
        <p:spPr>
          <a:xfrm>
            <a:off x="0" y="0"/>
            <a:ext cx="468573" cy="6356350"/>
          </a:xfrm>
          <a:prstGeom prst="rect">
            <a:avLst/>
          </a:prstGeom>
          <a:solidFill>
            <a:srgbClr val="EBC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2862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A932E8B-921B-45B7-3B89-B471DBE9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06BDFAA-A75D-B469-D2BF-6EC7D518E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92AB61B-70E0-3B1F-89A9-6E11847F7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27C82-7626-493C-94FA-65E19E86AB7B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3FFEB23-6381-B369-2C15-38CA4ADD0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10FF8B1-E792-6B23-19BC-66112CC00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CFF46-3488-4373-BB7F-F3737E7FA4B1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B504C6A-2DD6-273A-CA49-A64DC5C65303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 descr="A képen Betűtípus, Grafika, Grafikus tervezés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D91F0BE-B5FC-D961-7519-1E877A1B59A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3" y="6404823"/>
            <a:ext cx="2637098" cy="40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1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10982B-3970-B3C9-87F5-8E623F599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Ügyvédi irodai ügykezelő rendszer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DB72E92-1AC7-19AB-CE8A-7C634A8EE3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Orosz Petra, Fekete Zsófia</a:t>
            </a:r>
          </a:p>
        </p:txBody>
      </p:sp>
    </p:spTree>
    <p:extLst>
      <p:ext uri="{BB962C8B-B14F-4D97-AF65-F5344CB8AC3E}">
        <p14:creationId xmlns:p14="http://schemas.microsoft.com/office/powerpoint/2010/main" val="961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CFC911-4369-8917-4FAA-749F457C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Projekt: Ügyvédi irodai ügykezelő rendszer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5BDB6E-33B0-2444-5EEC-3C57C7F88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3200" dirty="0">
                <a:latin typeface="Calibri"/>
                <a:ea typeface="Calibri"/>
                <a:cs typeface="Calibri"/>
              </a:rPr>
              <a:t>Webes jogi ügykezelő rendszer kis- és közép ügyvédi irodáknak</a:t>
            </a:r>
            <a:endParaRPr lang="hu-HU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Cél: ügyek, határidők, dokumentumok, munkaidő és számlázás központi kezelése</a:t>
            </a:r>
            <a:endParaRPr lang="hu-HU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A bemutató a feltöltött adatforrásokra és meglévő SQL sémára épít.</a:t>
            </a:r>
            <a:endParaRPr lang="hu-HU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8793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558427-CB57-4159-1C56-5214ACF3D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Célcsoport és problémamegoldás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DA0D8F-A204-7780-D333-B48CBDB02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Kis ügyvédi irodák és egyéni ügyvédek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Probléma: papíralapú adminisztráció, elvesző határidők, átláthatatlan számlázás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Megoldás: strukturált adatbázis, automatikus emlékeztetések, dokumentumkezelés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6117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8E8D84-763E-7885-7E99-F5258B71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Fő modulok áttekintése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9C4CD7-77B9-BDB5-CD53-A2FE2B12E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Ügyek kezelése (ügy születése -&gt; lezárás)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Ügyfelek nyilvántartása és azonosítók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Dokumentumok és levelezés tárolása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Határidők, feladatok és naptár értesítők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Munkaórák, teljesítések és számlázás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79522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1F8DD9-6073-E981-6BFE-B221AB19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Mire képes az </a:t>
            </a:r>
            <a:r>
              <a:rPr lang="hu-HU" dirty="0" err="1">
                <a:latin typeface="Calibri"/>
                <a:ea typeface="Calibri"/>
                <a:cs typeface="Calibri"/>
              </a:rPr>
              <a:t>admin</a:t>
            </a:r>
            <a:r>
              <a:rPr lang="hu-HU" dirty="0">
                <a:latin typeface="Calibri"/>
                <a:ea typeface="Calibri"/>
                <a:cs typeface="Calibri"/>
              </a:rPr>
              <a:t> felület?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2A5F379-DB86-2664-FAD5-972A46048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Ügyek létrehozása/szerkesztése: státuszok, ügyintéző hozzárendelés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Határidők és feladatok kezelése (naptár nézet, értesítések)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Dokumentumok feltöltése, fájlok kezelése, számla jelölés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Számlázási sablonok és munkaórák összesítése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9840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CA8E02-4079-81B5-96C5-45C9AFA0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Felhasználói felület (ügyfél nézet)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986255-40A4-7DFD-DA57-2B393C411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Ügyfél portál: saját ügyek megtekintése, dokumentumok letöltése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Biztonságos belépés, 2FA opció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Űrlapok: új információk beküldése az ügyintézőnek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8913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DE8371-25A0-48DC-0018-6C2EDF86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Miért jó ez az ügyvédi rendszer?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C8323B-AE37-2725-D03B-6EF067987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Jogspecifikus adattárolás (ügy- és ügyfélkapcsolatok)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Határidők és értesítések minimalizálják a mulasztás kockázatát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Egységes számlázás és munkaóra-nyilvántartás a gyors elszámoláshoz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47573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5DF61D-D8A6-28B8-6E06-82BB8E53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Versenyképesség és előnyök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3A4C275-7467-84F2-1C82-D300880BC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Jogi követelményekre szabott funkciók (pl. iratkezelés, határidő emlékeztetők)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Integrálható e-mail és naptár rendszerek (pl. Google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Calendar</a:t>
            </a:r>
            <a:r>
              <a:rPr lang="hu-HU" sz="3200" dirty="0">
                <a:latin typeface="Calibri"/>
                <a:ea typeface="Calibri"/>
                <a:cs typeface="Calibri"/>
              </a:rPr>
              <a:t>)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Dokumentum sablonok, audit log(</a:t>
            </a:r>
            <a:r>
              <a:rPr lang="hu-HU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részletes, időrendi lista arról, hogy ki, mikor, mit csinált egy rendszerben, alkalmazásban, vagy weboldalon,</a:t>
            </a:r>
            <a:r>
              <a:rPr lang="hu-HU" sz="3200" dirty="0">
                <a:latin typeface="Calibri"/>
                <a:ea typeface="Calibri"/>
                <a:cs typeface="Calibri"/>
              </a:rPr>
              <a:t>) és jogosultságkezelés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12086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3305AD-D22B-812E-DD9C-03DEEA4FF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Adatbázis – alapelv és struktúra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36A2B4-A57D-3B56-8A5D-1C56F1A9E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Normalizált relációs adatbázis: ügyek, ügyfelek, dokumentumok, határidők, feladatok</a:t>
            </a:r>
            <a:endParaRPr lang="hu-HU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Idegen kulcsok és indexek a gyors lekérdezésekhez</a:t>
            </a:r>
            <a:endParaRPr lang="hu-HU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A feltöltött SQL séma és táblák a rendszer alapját adják.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6311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AE5859-4B0C-59C7-208E-A9F9E439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Meglévő SQL séma (áttekintés)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469F0E-5924-CE65-D1E8-214A64892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Tábla-példák: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ugyek</a:t>
            </a:r>
            <a:r>
              <a:rPr lang="hu-HU" sz="3200" dirty="0">
                <a:latin typeface="Calibri"/>
                <a:ea typeface="Calibri"/>
                <a:cs typeface="Calibri"/>
              </a:rPr>
              <a:t>,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ugyfelek</a:t>
            </a:r>
            <a:r>
              <a:rPr lang="hu-HU" sz="3200" dirty="0">
                <a:latin typeface="Calibri"/>
                <a:ea typeface="Calibri"/>
                <a:cs typeface="Calibri"/>
              </a:rPr>
              <a:t>, dokumentumok,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hataridok</a:t>
            </a:r>
            <a:r>
              <a:rPr lang="hu-HU" sz="3200" dirty="0">
                <a:latin typeface="Calibri"/>
                <a:ea typeface="Calibri"/>
                <a:cs typeface="Calibri"/>
              </a:rPr>
              <a:t>, feladatok,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munkaorak</a:t>
            </a:r>
            <a:r>
              <a:rPr lang="hu-HU" sz="3200" dirty="0">
                <a:latin typeface="Calibri"/>
                <a:ea typeface="Calibri"/>
                <a:cs typeface="Calibri"/>
              </a:rPr>
              <a:t>,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szamlazas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Auto-increment</a:t>
            </a:r>
            <a:r>
              <a:rPr lang="hu-HU" sz="3200" dirty="0">
                <a:latin typeface="Calibri"/>
                <a:ea typeface="Calibri"/>
                <a:cs typeface="Calibri"/>
              </a:rPr>
              <a:t> kulcsok és idegen kulcsok a kapcsolatokhoz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A teljes SQL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dump</a:t>
            </a:r>
            <a:r>
              <a:rPr lang="hu-HU" sz="3200" dirty="0">
                <a:latin typeface="Calibri"/>
                <a:ea typeface="Calibri"/>
                <a:cs typeface="Calibri"/>
              </a:rPr>
              <a:t> a további részletes implementáció alapja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7126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05EA44-D8EC-0E8E-9EFB-1F59B8564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Adatvédelmi megfontolások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778628-73B1-50C7-0E01-0AF2D1989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Jelszavak: soha ne tároljunk sima textként —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bcrypt</a:t>
            </a:r>
            <a:r>
              <a:rPr lang="hu-HU" sz="3200" dirty="0">
                <a:latin typeface="Calibri"/>
                <a:ea typeface="Calibri"/>
                <a:cs typeface="Calibri"/>
              </a:rPr>
              <a:t>/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scrypt</a:t>
            </a:r>
            <a:r>
              <a:rPr lang="hu-HU" sz="3200" dirty="0">
                <a:latin typeface="Calibri"/>
                <a:ea typeface="Calibri"/>
                <a:cs typeface="Calibri"/>
              </a:rPr>
              <a:t>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hash</a:t>
            </a:r>
            <a:r>
              <a:rPr lang="hu-HU" sz="3200" dirty="0">
                <a:latin typeface="Calibri"/>
                <a:ea typeface="Calibri"/>
                <a:cs typeface="Calibri"/>
              </a:rPr>
              <a:t> használata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Személyes adatok (anyja neve, személyi szám) tárolása: korlátozás és célhoz kötöttség</a:t>
            </a:r>
            <a:endParaRPr lang="hu-HU" dirty="0"/>
          </a:p>
          <a:p>
            <a:r>
              <a:rPr lang="hu-HU" sz="3200" dirty="0">
                <a:latin typeface="Calibri"/>
                <a:ea typeface="Calibri"/>
                <a:cs typeface="Calibri"/>
              </a:rPr>
              <a:t>Titkosítás: fájlok/érzékeny mezők tárolása AES-256-tal (opcionális)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29115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73DCA4-268D-18D1-7D90-38D9F547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Milyen adatokat tárolunk és mi titkosított?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51D224-09D0-2F33-4016-2783BA638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Tárolt adatok: ügyfél adatai, ügyszám, iratok, levelek, munkaidők, számlázási adatok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Titkosítandó</a:t>
            </a:r>
            <a:r>
              <a:rPr lang="hu-HU" sz="3200" dirty="0">
                <a:latin typeface="Calibri"/>
                <a:ea typeface="Calibri"/>
                <a:cs typeface="Calibri"/>
              </a:rPr>
              <a:t>: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szemelyi_ig_szam</a:t>
            </a:r>
            <a:r>
              <a:rPr lang="hu-HU" sz="3200" dirty="0">
                <a:latin typeface="Calibri"/>
                <a:ea typeface="Calibri"/>
                <a:cs typeface="Calibri"/>
              </a:rPr>
              <a:t>,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anyja_neve</a:t>
            </a:r>
            <a:r>
              <a:rPr lang="hu-HU" sz="3200" dirty="0">
                <a:latin typeface="Calibri"/>
                <a:ea typeface="Calibri"/>
                <a:cs typeface="Calibri"/>
              </a:rPr>
              <a:t>, adószám, dokumentum tartalom (érzékeny esetben)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Jogalap és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retention</a:t>
            </a:r>
            <a:r>
              <a:rPr lang="hu-HU" sz="3200" dirty="0">
                <a:latin typeface="Calibri"/>
                <a:ea typeface="Calibri"/>
                <a:cs typeface="Calibri"/>
              </a:rPr>
              <a:t> policy (megőrzési idők) dokumentálása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18833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87AA45-017F-2EAB-F568-ECEAE85D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Frontend – tervek és képernyők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5CF8BE-7506-4032-CD76-4E20F5D30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r>
              <a:rPr lang="hu-HU" sz="3200" dirty="0" err="1">
                <a:latin typeface="Calibri"/>
                <a:ea typeface="Calibri"/>
                <a:cs typeface="Calibri"/>
              </a:rPr>
              <a:t>Admin</a:t>
            </a:r>
            <a:r>
              <a:rPr lang="hu-HU" sz="3200" dirty="0">
                <a:latin typeface="Calibri"/>
                <a:ea typeface="Calibri"/>
                <a:cs typeface="Calibri"/>
              </a:rPr>
              <a:t>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Dashboard</a:t>
            </a:r>
            <a:r>
              <a:rPr lang="hu-HU" sz="3200" dirty="0">
                <a:latin typeface="Calibri"/>
                <a:ea typeface="Calibri"/>
                <a:cs typeface="Calibri"/>
              </a:rPr>
              <a:t>: ügyek listája, határidő naptár, gyors szűrők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Ügy részlete: dokumentum lista, levelezés, munkaóra-összesítés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Reszponzív: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Bootstrap</a:t>
            </a:r>
            <a:r>
              <a:rPr lang="hu-HU" sz="3200" dirty="0">
                <a:latin typeface="Calibri"/>
                <a:ea typeface="Calibri"/>
                <a:cs typeface="Calibri"/>
              </a:rPr>
              <a:t> + JS, egyszerű, jogi-professzionális megjelenés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Calibri"/>
                <a:ea typeface="Calibri"/>
                <a:cs typeface="Calibri"/>
              </a:rPr>
              <a:t>+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role</a:t>
            </a:r>
            <a:r>
              <a:rPr lang="hu-HU" sz="3200" dirty="0">
                <a:latin typeface="Calibri"/>
                <a:ea typeface="Calibri"/>
                <a:cs typeface="Calibri"/>
              </a:rPr>
              <a:t> alapú bejelentkezés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88104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F13FC1-99ED-E604-BC36-13FC4812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Backend – architektúra és funkciók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5C75DE-6D25-8591-32A5-573C1BE57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Technológiák: PHP (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Laravel</a:t>
            </a:r>
            <a:r>
              <a:rPr lang="hu-HU" sz="3200" dirty="0">
                <a:latin typeface="Calibri"/>
                <a:ea typeface="Calibri"/>
                <a:cs typeface="Calibri"/>
              </a:rPr>
              <a:t>) </a:t>
            </a:r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Autentikáció</a:t>
            </a:r>
            <a:r>
              <a:rPr lang="hu-HU" sz="3200" dirty="0">
                <a:latin typeface="Calibri"/>
                <a:ea typeface="Calibri"/>
                <a:cs typeface="Calibri"/>
              </a:rPr>
              <a:t>: jelszó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hash</a:t>
            </a:r>
            <a:r>
              <a:rPr lang="hu-HU" sz="3200" dirty="0">
                <a:latin typeface="Calibri"/>
                <a:ea typeface="Calibri"/>
                <a:cs typeface="Calibri"/>
              </a:rPr>
              <a:t>, session/ JWT, 2FA lehetőség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Fontos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endpointok</a:t>
            </a:r>
            <a:r>
              <a:rPr lang="hu-HU" sz="3200" dirty="0">
                <a:latin typeface="Calibri"/>
                <a:ea typeface="Calibri"/>
                <a:cs typeface="Calibri"/>
              </a:rPr>
              <a:t>: /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api</a:t>
            </a:r>
            <a:r>
              <a:rPr lang="hu-HU" sz="3200" dirty="0">
                <a:latin typeface="Calibri"/>
                <a:ea typeface="Calibri"/>
                <a:cs typeface="Calibri"/>
              </a:rPr>
              <a:t>/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ugyek</a:t>
            </a:r>
            <a:r>
              <a:rPr lang="hu-HU" sz="3200" dirty="0">
                <a:latin typeface="Calibri"/>
                <a:ea typeface="Calibri"/>
                <a:cs typeface="Calibri"/>
              </a:rPr>
              <a:t>, /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api</a:t>
            </a:r>
            <a:r>
              <a:rPr lang="hu-HU" sz="3200" dirty="0">
                <a:latin typeface="Calibri"/>
                <a:ea typeface="Calibri"/>
                <a:cs typeface="Calibri"/>
              </a:rPr>
              <a:t>/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ugyfelek</a:t>
            </a:r>
            <a:r>
              <a:rPr lang="hu-HU" sz="3200" dirty="0">
                <a:latin typeface="Calibri"/>
                <a:ea typeface="Calibri"/>
                <a:cs typeface="Calibri"/>
              </a:rPr>
              <a:t>, /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api</a:t>
            </a:r>
            <a:r>
              <a:rPr lang="hu-HU" sz="3200" dirty="0">
                <a:latin typeface="Calibri"/>
                <a:ea typeface="Calibri"/>
                <a:cs typeface="Calibri"/>
              </a:rPr>
              <a:t>/dokumentumok, /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api</a:t>
            </a:r>
            <a:r>
              <a:rPr lang="hu-HU" sz="3200" dirty="0">
                <a:latin typeface="Calibri"/>
                <a:ea typeface="Calibri"/>
                <a:cs typeface="Calibri"/>
              </a:rPr>
              <a:t>/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hataridok</a:t>
            </a:r>
            <a:endParaRPr lang="hu-HU" dirty="0" err="1"/>
          </a:p>
          <a:p>
            <a:pPr marL="0" indent="0">
              <a:buNone/>
            </a:pPr>
            <a:r>
              <a:rPr lang="hu-HU" sz="3200" dirty="0">
                <a:latin typeface="Calibri"/>
                <a:ea typeface="Calibri"/>
                <a:cs typeface="Calibri"/>
              </a:rPr>
              <a:t>+billentyűzetes kezelés, gyors parancsok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66488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A12FBA-4B51-E8C0-E1A4-E3307CBC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Backend – kulcsfunkciók és példák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A4D15F-D0E0-7FF3-3137-AB5EE667D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Időpont/határidő kezelés: értesítések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cron-nal</a:t>
            </a:r>
            <a:r>
              <a:rPr lang="hu-HU" sz="3200" dirty="0">
                <a:latin typeface="Calibri"/>
                <a:ea typeface="Calibri"/>
                <a:cs typeface="Calibri"/>
              </a:rPr>
              <a:t> vagy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queue</a:t>
            </a:r>
            <a:r>
              <a:rPr lang="hu-HU" sz="3200" dirty="0">
                <a:latin typeface="Calibri"/>
                <a:ea typeface="Calibri"/>
                <a:cs typeface="Calibri"/>
              </a:rPr>
              <a:t> rendszerrel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Dokumentum feltöltés: vírusellenőrzés, metaadatok tárolása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Számlázás: sablon generálás PDF-be, munkaóra összesítés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83015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C2E04C-FDBC-8746-D245-73A6D9AC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Integrációk és automatizálás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1422D0-8C19-E358-3065-8A4C66A34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E-mail küldés , automatikus értesítések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Naptár szinkron (pl. Google 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Calendar</a:t>
            </a:r>
            <a:r>
              <a:rPr lang="hu-HU" sz="3200" dirty="0">
                <a:latin typeface="Calibri"/>
                <a:ea typeface="Calibri"/>
                <a:cs typeface="Calibri"/>
              </a:rPr>
              <a:t>) és export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Statisztikák: ügyek száma státusz szerint, bevétel havi bontásban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13532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0E81D1-BF70-4C9A-50FA-C34A61E3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Calibri"/>
                <a:ea typeface="Calibri"/>
                <a:cs typeface="Calibri"/>
              </a:rPr>
              <a:t>Fejlesztési </a:t>
            </a:r>
            <a:r>
              <a:rPr lang="hu-HU" dirty="0" err="1">
                <a:latin typeface="Calibri"/>
                <a:ea typeface="Calibri"/>
                <a:cs typeface="Calibri"/>
              </a:rPr>
              <a:t>roadmap</a:t>
            </a:r>
            <a:r>
              <a:rPr lang="hu-HU" dirty="0">
                <a:latin typeface="Calibri"/>
                <a:ea typeface="Calibri"/>
                <a:cs typeface="Calibri"/>
              </a:rPr>
              <a:t> és bővítések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EF4958-D95B-55B6-226E-D9D397E3E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hu-HU" sz="32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MVP: ügykezelés, dokumentumok, határidők, alap számlázás, API,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Későbbi: 2FA, e-mail integráció, PDF számla generálás</a:t>
            </a:r>
            <a:endParaRPr lang="hu-HU" dirty="0"/>
          </a:p>
          <a:p>
            <a:pPr marL="0" indent="0">
              <a:buNone/>
            </a:pPr>
            <a:r>
              <a:rPr lang="hu-HU" sz="3200" dirty="0">
                <a:latin typeface="Arial"/>
                <a:cs typeface="Arial"/>
              </a:rPr>
              <a:t>•</a:t>
            </a:r>
            <a:r>
              <a:rPr lang="hu-HU" sz="3200" dirty="0">
                <a:latin typeface="Calibri"/>
                <a:ea typeface="Calibri"/>
                <a:cs typeface="Calibri"/>
              </a:rPr>
              <a:t>Hosszú táv: multi-</a:t>
            </a:r>
            <a:r>
              <a:rPr lang="hu-HU" sz="3200" dirty="0" err="1">
                <a:latin typeface="Calibri"/>
                <a:ea typeface="Calibri"/>
                <a:cs typeface="Calibri"/>
              </a:rPr>
              <a:t>tenant</a:t>
            </a:r>
            <a:r>
              <a:rPr lang="hu-HU" sz="3200" dirty="0">
                <a:latin typeface="Calibri"/>
                <a:ea typeface="Calibri"/>
                <a:cs typeface="Calibri"/>
              </a:rPr>
              <a:t>(ahol egyetlen, közös rendszer- és hardver-infrastruktúrát több, egymástól elszeparált ügyfél (bérlő) használ közösen, de mindegyikük saját, privát adatokkal és beállításokkal rendelkezik; ez hatékony erőforrás-kihasználást tesz lehetővé,), ügyfélportál fejlesztések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61356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Sárga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CA57"/>
        </a:solidFill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</Words>
  <Application>Microsoft Office PowerPoint</Application>
  <PresentationFormat>Szélesvásznú</PresentationFormat>
  <Paragraphs>1</Paragraphs>
  <Slides>17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18" baseType="lpstr">
      <vt:lpstr>Office-téma</vt:lpstr>
      <vt:lpstr>Ügyvédi irodai ügykezelő rendszer</vt:lpstr>
      <vt:lpstr>Projekt: Ügyvédi irodai ügykezelő rendszer</vt:lpstr>
      <vt:lpstr>Célcsoport és problémamegoldás</vt:lpstr>
      <vt:lpstr>Fő modulok áttekintése</vt:lpstr>
      <vt:lpstr>Mire képes az admin felület?</vt:lpstr>
      <vt:lpstr>Felhasználói felület (ügyfél nézet)</vt:lpstr>
      <vt:lpstr>Miért jó ez az ügyvédi rendszer?</vt:lpstr>
      <vt:lpstr>Versenyképesség és előnyök</vt:lpstr>
      <vt:lpstr>Adatbázis – alapelv és struktúra</vt:lpstr>
      <vt:lpstr>Meglévő SQL séma (áttekintés)</vt:lpstr>
      <vt:lpstr>Adatvédelmi megfontolások</vt:lpstr>
      <vt:lpstr>Milyen adatokat tárolunk és mi titkosított?</vt:lpstr>
      <vt:lpstr>Frontend – tervek és képernyők</vt:lpstr>
      <vt:lpstr>Backend – architektúra és funkciók</vt:lpstr>
      <vt:lpstr>Backend – kulcsfunkciók és példák</vt:lpstr>
      <vt:lpstr>Integrációk és automatizálás</vt:lpstr>
      <vt:lpstr>Fejlesztési roadmap és bővítések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Péter-Szabó Richárd</dc:creator>
  <cp:lastModifiedBy>Péter-Szabó Richárd</cp:lastModifiedBy>
  <cp:revision>113</cp:revision>
  <dcterms:created xsi:type="dcterms:W3CDTF">2025-09-22T05:45:40Z</dcterms:created>
  <dcterms:modified xsi:type="dcterms:W3CDTF">2025-12-09T16:59:00Z</dcterms:modified>
</cp:coreProperties>
</file>